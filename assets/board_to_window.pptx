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864" autoAdjust="0"/>
  </p:normalViewPr>
  <p:slideViewPr>
    <p:cSldViewPr snapToGrid="0">
      <p:cViewPr>
        <p:scale>
          <a:sx n="75" d="100"/>
          <a:sy n="75" d="100"/>
        </p:scale>
        <p:origin x="2021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2D271-28A8-44F8-8BC2-2FA17260218E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D3972-2DA7-4B5A-A827-7029B433A6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26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D3972-2DA7-4B5A-A827-7029B433A6F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86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B2090-45C7-8CF1-7A75-7008445D5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6DDF97-6195-6046-506C-0C7F89F0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CAAF64-3781-E2AA-493E-C29D23B2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F93147-EA4B-AE9B-1753-80F50E6E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4AC503-75EB-35FB-A1A3-D4259633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45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6DC52-BFCF-BAE8-46C7-DC962E89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9362-AABD-C02A-B50C-8D2AEE084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8B3F2-1EED-66A3-39DB-6C4A9C4C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D4A698-6C4A-2918-E522-FE675BBB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B03BEA-CF72-B26D-3504-A98062F3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35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9A815-316D-58DE-8E61-E7418D54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9BA7B5-6D08-E2DA-745A-D6831F339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CA9B3B-54A5-58AA-A077-823BDD19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3EE8EF-B7BC-9194-5CD1-E3C0C117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0478-F098-12FA-61C6-0B721C2F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30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7A785-B4A6-96BF-57F0-0A677496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17F6EB-C5CA-ECE9-CFA2-3D799BA7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2F46E6-F7C5-CFA9-8C5A-029FE7D5C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17141C-7CE9-364E-A118-32D92431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BE6D6A-0233-2A38-22DE-0322AB87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D01411-3E8A-9569-BF3D-0E642CFE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0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F631D-969C-DE8D-74CF-B44A121F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A3A506-201C-D440-9AAD-F44589488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C7F84C-11A0-5050-DE80-F691CB887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E1CA17-8650-CFD4-44C0-8846E3F88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DF805D-8893-214A-EAB4-1DDC605B8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1185F9-6FCF-6F2C-B3B1-0E913F23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2AEBC2-DC2B-9607-4D9F-601D0A4D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8A2382F-9D23-464E-CF94-2577AE46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67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54672-F5BA-3258-C4D6-DABA98E6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8DD40E-4ED3-4FD3-1989-2ACB7731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DCB3BA-385B-DAEF-A000-3ECAFC5E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6A6877-F680-2F56-9109-6AB50907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49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9385DED-D5D8-0114-82A3-43991B18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5C5EB9-5871-3118-6485-C286D09AF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2619F3-A460-0D5F-0CDE-76A69C8B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90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66D3EF-B214-C6BA-E155-CF68218F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1E9EEB-2A02-CE0D-0878-7CF06DA72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A89A9E-290C-AE51-B7C2-7E9E0652A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51AFB6-5728-4418-DA24-6852F8A6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B39108-8CEE-2BA4-9223-DBAC2868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8AFB55-6694-0CBE-0C73-D62CAEF3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6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26251-F3F0-17C8-1330-01C982A3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7D369-0B05-4080-83C6-3ADDD457A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58B8B2-ECD2-4B78-2197-845A2BFE7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CD0380-52F5-7802-6ECF-DA4102DA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89C29D-26BC-B0FE-B09A-4E10717D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D4918D-E91F-01B5-B066-E6FCA900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83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078D0D-DA2F-A54A-F0DB-5BD8FEB3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654CE9-853A-0D31-1F7B-F7D4BE759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E19FE-BD2A-8746-6CCD-11F01121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ABBDDB-299D-08F6-9021-21F1C32F0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8C7BB2-1203-A328-F652-4A5C6996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38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8C93CD-2ABE-18C5-4A75-1B44159BE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D21635-E933-5356-506E-DFDBBBE91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BAE901-33CB-95AF-5295-07ACF57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5F036D-6678-BE1D-5F41-56DA3448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E8DBFE-8087-5AAF-755B-E9AB6765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46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ACE920-F7F7-F1FD-29F6-0FB77556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4A1AF3-565D-72DB-4E69-821238441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FE10A-2A03-7A39-2931-8B508C7FA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09835-F240-4872-8D8C-77DA8BB9CB6D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E4DE7-94EA-371C-6686-BA651013A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AA8E4D-830B-53F7-B74B-F61523C78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072C-B971-4991-9512-54910E5FF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7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EF6-E552-4EE2-7799-B074C6CE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3F0F5B1-5087-A2DD-DE66-A4CBA2E09E08}"/>
              </a:ext>
            </a:extLst>
          </p:cNvPr>
          <p:cNvCxnSpPr>
            <a:cxnSpLocks/>
          </p:cNvCxnSpPr>
          <p:nvPr/>
        </p:nvCxnSpPr>
        <p:spPr>
          <a:xfrm flipH="1">
            <a:off x="1786940" y="2867235"/>
            <a:ext cx="1723277" cy="370088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4D8EA66-46D7-0A1F-E375-889E7C33F572}"/>
              </a:ext>
            </a:extLst>
          </p:cNvPr>
          <p:cNvSpPr/>
          <p:nvPr/>
        </p:nvSpPr>
        <p:spPr>
          <a:xfrm rot="16200000" flipV="1">
            <a:off x="4735841" y="1911542"/>
            <a:ext cx="3759200" cy="3412910"/>
          </a:xfrm>
          <a:prstGeom prst="parallelogram">
            <a:avLst>
              <a:gd name="adj" fmla="val 21443"/>
            </a:avLst>
          </a:prstGeom>
          <a:solidFill>
            <a:schemeClr val="accent5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B5E19F4-D631-34B8-0B74-4026EBB12B1F}"/>
              </a:ext>
            </a:extLst>
          </p:cNvPr>
          <p:cNvSpPr/>
          <p:nvPr/>
        </p:nvSpPr>
        <p:spPr>
          <a:xfrm rot="16200000" flipV="1">
            <a:off x="5681989" y="2629092"/>
            <a:ext cx="3759200" cy="3412910"/>
          </a:xfrm>
          <a:prstGeom prst="parallelogram">
            <a:avLst>
              <a:gd name="adj" fmla="val 21443"/>
            </a:avLst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0A3EEC10-B910-4C32-5225-EB18827D3708}"/>
              </a:ext>
            </a:extLst>
          </p:cNvPr>
          <p:cNvSpPr/>
          <p:nvPr/>
        </p:nvSpPr>
        <p:spPr>
          <a:xfrm rot="16200000" flipV="1">
            <a:off x="3449764" y="1063792"/>
            <a:ext cx="1879200" cy="1706400"/>
          </a:xfrm>
          <a:prstGeom prst="parallelogram">
            <a:avLst>
              <a:gd name="adj" fmla="val 21443"/>
            </a:avLst>
          </a:prstGeom>
          <a:solidFill>
            <a:schemeClr val="accent2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Parallélogramme 24">
            <a:extLst>
              <a:ext uri="{FF2B5EF4-FFF2-40B4-BE49-F238E27FC236}">
                <a16:creationId xmlns:a16="http://schemas.microsoft.com/office/drawing/2014/main" id="{B6BB8C81-7702-0EF3-F188-29AA625DFC25}"/>
              </a:ext>
            </a:extLst>
          </p:cNvPr>
          <p:cNvSpPr/>
          <p:nvPr/>
        </p:nvSpPr>
        <p:spPr>
          <a:xfrm rot="16200000" flipV="1">
            <a:off x="2539176" y="366378"/>
            <a:ext cx="1879200" cy="1706400"/>
          </a:xfrm>
          <a:prstGeom prst="parallelogram">
            <a:avLst>
              <a:gd name="adj" fmla="val 21443"/>
            </a:avLst>
          </a:prstGeom>
          <a:solidFill>
            <a:schemeClr val="tx2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0C57E74-4C18-7EF5-7FD0-843EB7C88804}"/>
              </a:ext>
            </a:extLst>
          </p:cNvPr>
          <p:cNvSpPr txBox="1"/>
          <p:nvPr/>
        </p:nvSpPr>
        <p:spPr>
          <a:xfrm>
            <a:off x="2987699" y="17980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E0202-789B-0A96-266C-D1F5F4822619}"/>
              </a:ext>
            </a:extLst>
          </p:cNvPr>
          <p:cNvSpPr txBox="1"/>
          <p:nvPr/>
        </p:nvSpPr>
        <p:spPr>
          <a:xfrm>
            <a:off x="2000365" y="118691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48FAC69-AEDC-807B-CEF0-DD97311D62B6}"/>
              </a:ext>
            </a:extLst>
          </p:cNvPr>
          <p:cNvSpPr txBox="1"/>
          <p:nvPr/>
        </p:nvSpPr>
        <p:spPr>
          <a:xfrm>
            <a:off x="2851790" y="231138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501FDC3-0BA6-21BD-B709-D5FE7AD66A66}"/>
              </a:ext>
            </a:extLst>
          </p:cNvPr>
          <p:cNvSpPr txBox="1"/>
          <p:nvPr/>
        </p:nvSpPr>
        <p:spPr>
          <a:xfrm>
            <a:off x="4251929" y="81355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1EA6491-9AB2-AE5F-6A3B-F7980FE3BDB9}"/>
              </a:ext>
            </a:extLst>
          </p:cNvPr>
          <p:cNvSpPr txBox="1"/>
          <p:nvPr/>
        </p:nvSpPr>
        <p:spPr>
          <a:xfrm>
            <a:off x="5852016" y="45020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600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7FD9D3F-DC9B-CF79-D80E-7CE265BB6BA2}"/>
              </a:ext>
            </a:extLst>
          </p:cNvPr>
          <p:cNvSpPr txBox="1"/>
          <p:nvPr/>
        </p:nvSpPr>
        <p:spPr>
          <a:xfrm>
            <a:off x="7356525" y="285659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800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875AECB-E347-60DB-BA2E-FDCE56077E19}"/>
              </a:ext>
            </a:extLst>
          </p:cNvPr>
          <p:cNvSpPr txBox="1"/>
          <p:nvPr/>
        </p:nvSpPr>
        <p:spPr>
          <a:xfrm>
            <a:off x="4866505" y="341515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600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3A774CE-BA2F-527E-BB39-8A7ADA1A9609}"/>
              </a:ext>
            </a:extLst>
          </p:cNvPr>
          <p:cNvSpPr txBox="1"/>
          <p:nvPr/>
        </p:nvSpPr>
        <p:spPr>
          <a:xfrm>
            <a:off x="6122600" y="217132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800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93C77C2-C828-7A6B-96D2-990B10AF078A}"/>
              </a:ext>
            </a:extLst>
          </p:cNvPr>
          <p:cNvSpPr txBox="1"/>
          <p:nvPr/>
        </p:nvSpPr>
        <p:spPr>
          <a:xfrm>
            <a:off x="1244508" y="5822340"/>
            <a:ext cx="4243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surface =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SurfaceTexture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::new(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win_w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win_h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window)</a:t>
            </a:r>
            <a:endParaRPr lang="fr-F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43FA6D80-2441-10A6-F190-6C047DB685D1}"/>
              </a:ext>
            </a:extLst>
          </p:cNvPr>
          <p:cNvCxnSpPr>
            <a:cxnSpLocks/>
          </p:cNvCxnSpPr>
          <p:nvPr/>
        </p:nvCxnSpPr>
        <p:spPr>
          <a:xfrm flipH="1" flipV="1">
            <a:off x="4947608" y="5537421"/>
            <a:ext cx="830654" cy="64239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48CC0D98-5FF0-A715-BEDE-C5510FA65F42}"/>
              </a:ext>
            </a:extLst>
          </p:cNvPr>
          <p:cNvCxnSpPr>
            <a:cxnSpLocks/>
          </p:cNvCxnSpPr>
          <p:nvPr/>
        </p:nvCxnSpPr>
        <p:spPr>
          <a:xfrm flipH="1" flipV="1">
            <a:off x="1832600" y="3259284"/>
            <a:ext cx="2919768" cy="22580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C684DEB1-89C6-D453-DFD3-C8CFB5513E21}"/>
              </a:ext>
            </a:extLst>
          </p:cNvPr>
          <p:cNvSpPr txBox="1"/>
          <p:nvPr/>
        </p:nvSpPr>
        <p:spPr>
          <a:xfrm>
            <a:off x="4394252" y="182158"/>
            <a:ext cx="21925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frame = </a:t>
            </a:r>
            <a:r>
              <a:rPr lang="fr-FR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pixels.</a:t>
            </a:r>
            <a:r>
              <a:rPr lang="fr-FR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frame_mut</a:t>
            </a:r>
            <a:r>
              <a:rPr lang="fr-FR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25BA6FBC-E254-12BF-88C1-8B2D96629BEF}"/>
              </a:ext>
            </a:extLst>
          </p:cNvPr>
          <p:cNvCxnSpPr>
            <a:cxnSpLocks/>
          </p:cNvCxnSpPr>
          <p:nvPr/>
        </p:nvCxnSpPr>
        <p:spPr>
          <a:xfrm>
            <a:off x="4383756" y="328121"/>
            <a:ext cx="777026" cy="60092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0706A59-E8E3-6E1B-31CD-D0F0C87E93F6}"/>
              </a:ext>
            </a:extLst>
          </p:cNvPr>
          <p:cNvCxnSpPr>
            <a:cxnSpLocks/>
          </p:cNvCxnSpPr>
          <p:nvPr/>
        </p:nvCxnSpPr>
        <p:spPr>
          <a:xfrm>
            <a:off x="5516924" y="960117"/>
            <a:ext cx="1327373" cy="102654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7FD78AE8-C81B-B964-39D2-03DA302AA79B}"/>
              </a:ext>
            </a:extLst>
          </p:cNvPr>
          <p:cNvSpPr txBox="1"/>
          <p:nvPr/>
        </p:nvSpPr>
        <p:spPr>
          <a:xfrm>
            <a:off x="5881842" y="1056598"/>
            <a:ext cx="1327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pixels.</a:t>
            </a:r>
            <a:r>
              <a:rPr lang="fr-FR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</a:t>
            </a:r>
            <a:r>
              <a:rPr lang="fr-FR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3C7EAB2-FF80-7A51-B52B-A90C4B9D8080}"/>
              </a:ext>
            </a:extLst>
          </p:cNvPr>
          <p:cNvSpPr txBox="1"/>
          <p:nvPr/>
        </p:nvSpPr>
        <p:spPr>
          <a:xfrm rot="20888054">
            <a:off x="8134719" y="2582432"/>
            <a:ext cx="1187040" cy="461309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endParaRPr lang="fr-FR" b="1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759929E-27D1-FA81-CD92-A694C6ADBF34}"/>
              </a:ext>
            </a:extLst>
          </p:cNvPr>
          <p:cNvSpPr txBox="1"/>
          <p:nvPr/>
        </p:nvSpPr>
        <p:spPr>
          <a:xfrm rot="20888054">
            <a:off x="7036633" y="1882421"/>
            <a:ext cx="1338788" cy="451163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texture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928AED1-AF70-E958-A476-F269C8E6FA48}"/>
              </a:ext>
            </a:extLst>
          </p:cNvPr>
          <p:cNvSpPr txBox="1"/>
          <p:nvPr/>
        </p:nvSpPr>
        <p:spPr>
          <a:xfrm rot="20888054">
            <a:off x="4125326" y="1102185"/>
            <a:ext cx="1169634" cy="454545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Pixels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93D376C-A406-C911-BDA5-1F885B6196BE}"/>
              </a:ext>
            </a:extLst>
          </p:cNvPr>
          <p:cNvSpPr txBox="1"/>
          <p:nvPr/>
        </p:nvSpPr>
        <p:spPr>
          <a:xfrm rot="20888054">
            <a:off x="3374174" y="388918"/>
            <a:ext cx="1012553" cy="464691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Board</a:t>
            </a:r>
            <a:endParaRPr lang="fr-FR" b="1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589DAB5-1FA2-56C7-9FE5-0B2A79D89FE9}"/>
              </a:ext>
            </a:extLst>
          </p:cNvPr>
          <p:cNvSpPr txBox="1"/>
          <p:nvPr/>
        </p:nvSpPr>
        <p:spPr>
          <a:xfrm rot="20888054">
            <a:off x="3518552" y="2255303"/>
            <a:ext cx="847473" cy="474837"/>
          </a:xfrm>
          <a:prstGeom prst="parallelogram">
            <a:avLst>
              <a:gd name="adj" fmla="val 21682"/>
            </a:avLst>
          </a:prstGeom>
          <a:noFill/>
          <a:ln w="12700">
            <a:solidFill>
              <a:schemeClr val="accent2"/>
            </a:solidFill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C467900-8994-5820-C2E1-3DFD2BC1D6F1}"/>
              </a:ext>
            </a:extLst>
          </p:cNvPr>
          <p:cNvSpPr txBox="1"/>
          <p:nvPr/>
        </p:nvSpPr>
        <p:spPr>
          <a:xfrm rot="20888054">
            <a:off x="2614072" y="1554453"/>
            <a:ext cx="847473" cy="474837"/>
          </a:xfrm>
          <a:prstGeom prst="parallelogram">
            <a:avLst>
              <a:gd name="adj" fmla="val 21682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fr-FR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772236A-D324-F013-6DDA-E540091A607D}"/>
              </a:ext>
            </a:extLst>
          </p:cNvPr>
          <p:cNvSpPr txBox="1"/>
          <p:nvPr/>
        </p:nvSpPr>
        <p:spPr>
          <a:xfrm>
            <a:off x="1042495" y="4364353"/>
            <a:ext cx="39783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pixels =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Pixels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::new(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buffer_w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buffer_h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surface)</a:t>
            </a:r>
            <a:endParaRPr lang="fr-F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A5097C3-BD07-2A86-2D91-64FD57372436}"/>
              </a:ext>
            </a:extLst>
          </p:cNvPr>
          <p:cNvCxnSpPr>
            <a:cxnSpLocks/>
          </p:cNvCxnSpPr>
          <p:nvPr/>
        </p:nvCxnSpPr>
        <p:spPr>
          <a:xfrm flipH="1">
            <a:off x="5257798" y="914442"/>
            <a:ext cx="268143" cy="57586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arallélogramme 52">
            <a:extLst>
              <a:ext uri="{FF2B5EF4-FFF2-40B4-BE49-F238E27FC236}">
                <a16:creationId xmlns:a16="http://schemas.microsoft.com/office/drawing/2014/main" id="{94D1D34B-D23B-BC24-6CA9-B6BDC8DCDAA0}"/>
              </a:ext>
            </a:extLst>
          </p:cNvPr>
          <p:cNvSpPr/>
          <p:nvPr/>
        </p:nvSpPr>
        <p:spPr>
          <a:xfrm rot="16200000" flipV="1">
            <a:off x="5296534" y="2220593"/>
            <a:ext cx="6471920" cy="5485132"/>
          </a:xfrm>
          <a:prstGeom prst="parallelogram">
            <a:avLst>
              <a:gd name="adj" fmla="val 211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FF607C2C-A7EA-6D3F-3C5D-0AE9497C16AD}"/>
              </a:ext>
            </a:extLst>
          </p:cNvPr>
          <p:cNvSpPr txBox="1"/>
          <p:nvPr/>
        </p:nvSpPr>
        <p:spPr>
          <a:xfrm rot="20888054">
            <a:off x="10158549" y="1854059"/>
            <a:ext cx="1169634" cy="454545"/>
          </a:xfrm>
          <a:prstGeom prst="parallelogram">
            <a:avLst>
              <a:gd name="adj" fmla="val 21682"/>
            </a:avLst>
          </a:prstGeom>
          <a:solidFill>
            <a:srgbClr val="042433"/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</a:p>
        </p:txBody>
      </p:sp>
      <p:sp>
        <p:nvSpPr>
          <p:cNvPr id="58" name="Parallélogramme 57">
            <a:extLst>
              <a:ext uri="{FF2B5EF4-FFF2-40B4-BE49-F238E27FC236}">
                <a16:creationId xmlns:a16="http://schemas.microsoft.com/office/drawing/2014/main" id="{021D30DC-2B9F-5F6C-73BC-37B9435EEBE6}"/>
              </a:ext>
            </a:extLst>
          </p:cNvPr>
          <p:cNvSpPr/>
          <p:nvPr/>
        </p:nvSpPr>
        <p:spPr>
          <a:xfrm rot="16200000" flipV="1">
            <a:off x="9639573" y="2997628"/>
            <a:ext cx="1443722" cy="1429028"/>
          </a:xfrm>
          <a:prstGeom prst="parallelogram">
            <a:avLst>
              <a:gd name="adj" fmla="val 21443"/>
            </a:avLst>
          </a:prstGeom>
          <a:solidFill>
            <a:srgbClr val="FFC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Parallélogramme 56">
            <a:extLst>
              <a:ext uri="{FF2B5EF4-FFF2-40B4-BE49-F238E27FC236}">
                <a16:creationId xmlns:a16="http://schemas.microsoft.com/office/drawing/2014/main" id="{2184917D-E942-A8EA-DFB3-ABF212825016}"/>
              </a:ext>
            </a:extLst>
          </p:cNvPr>
          <p:cNvSpPr/>
          <p:nvPr/>
        </p:nvSpPr>
        <p:spPr>
          <a:xfrm rot="16200000" flipV="1">
            <a:off x="9315403" y="4765520"/>
            <a:ext cx="2092061" cy="1429028"/>
          </a:xfrm>
          <a:prstGeom prst="parallelogram">
            <a:avLst>
              <a:gd name="adj" fmla="val 21443"/>
            </a:avLst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C152248E-6F2A-80B6-F47C-36B1C69F3CCF}"/>
              </a:ext>
            </a:extLst>
          </p:cNvPr>
          <p:cNvSpPr txBox="1"/>
          <p:nvPr/>
        </p:nvSpPr>
        <p:spPr>
          <a:xfrm rot="20888054">
            <a:off x="9885463" y="3507378"/>
            <a:ext cx="1012553" cy="464691"/>
          </a:xfrm>
          <a:prstGeom prst="parallelogram">
            <a:avLst>
              <a:gd name="adj" fmla="val 21682"/>
            </a:avLst>
          </a:prstGeom>
          <a:noFill/>
          <a:ln w="12700">
            <a:noFill/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 1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EA3F1E7-D342-6034-8DA7-DFC7E7B6B20F}"/>
              </a:ext>
            </a:extLst>
          </p:cNvPr>
          <p:cNvSpPr txBox="1"/>
          <p:nvPr/>
        </p:nvSpPr>
        <p:spPr>
          <a:xfrm rot="20888054">
            <a:off x="9871755" y="5249034"/>
            <a:ext cx="1012553" cy="464691"/>
          </a:xfrm>
          <a:prstGeom prst="parallelogram">
            <a:avLst>
              <a:gd name="adj" fmla="val 21682"/>
            </a:avLst>
          </a:prstGeom>
          <a:noFill/>
          <a:ln w="12700">
            <a:noFill/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fr-FR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 2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7CB68CF-7631-E091-F06A-187CE78136CD}"/>
              </a:ext>
            </a:extLst>
          </p:cNvPr>
          <p:cNvCxnSpPr>
            <a:cxnSpLocks/>
          </p:cNvCxnSpPr>
          <p:nvPr/>
        </p:nvCxnSpPr>
        <p:spPr>
          <a:xfrm flipH="1">
            <a:off x="4717853" y="5496347"/>
            <a:ext cx="180850" cy="3883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333D2CD-A9B4-7183-BFA9-58C5ABDC6677}"/>
              </a:ext>
            </a:extLst>
          </p:cNvPr>
          <p:cNvSpPr txBox="1"/>
          <p:nvPr/>
        </p:nvSpPr>
        <p:spPr>
          <a:xfrm>
            <a:off x="6779782" y="75145"/>
            <a:ext cx="925254" cy="584775"/>
          </a:xfrm>
          <a:prstGeom prst="rect">
            <a:avLst/>
          </a:prstGeom>
          <a:solidFill>
            <a:srgbClr val="FFC000"/>
          </a:solidFill>
          <a:scene3d>
            <a:camera prst="isometricOffAxis1Right">
              <a:rot lat="1560000" lon="20039998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fr-F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62F7FD-288D-AD16-341D-BF39DFF1F3A5}"/>
              </a:ext>
            </a:extLst>
          </p:cNvPr>
          <p:cNvSpPr txBox="1"/>
          <p:nvPr/>
        </p:nvSpPr>
        <p:spPr>
          <a:xfrm>
            <a:off x="8681778" y="1545415"/>
            <a:ext cx="925254" cy="584775"/>
          </a:xfrm>
          <a:prstGeom prst="rect">
            <a:avLst/>
          </a:prstGeom>
          <a:solidFill>
            <a:srgbClr val="92D050"/>
          </a:solidFill>
          <a:scene3d>
            <a:camera prst="isometricOffAxis1Right">
              <a:rot lat="1560000" lon="20039998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fr-FR" sz="3200" b="1"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  <a:endParaRPr lang="fr-FR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Graphique 6" descr="Badge 4 avec un remplissage uni">
            <a:extLst>
              <a:ext uri="{FF2B5EF4-FFF2-40B4-BE49-F238E27FC236}">
                <a16:creationId xmlns:a16="http://schemas.microsoft.com/office/drawing/2014/main" id="{C35805A0-5DF0-0EF9-5309-A6E7C5F66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528" y="1271101"/>
            <a:ext cx="360000" cy="360000"/>
          </a:xfrm>
          <a:prstGeom prst="rect">
            <a:avLst/>
          </a:prstGeom>
        </p:spPr>
      </p:pic>
      <p:pic>
        <p:nvPicPr>
          <p:cNvPr id="9" name="Graphique 8" descr="Badge 3 avec un remplissage uni">
            <a:extLst>
              <a:ext uri="{FF2B5EF4-FFF2-40B4-BE49-F238E27FC236}">
                <a16:creationId xmlns:a16="http://schemas.microsoft.com/office/drawing/2014/main" id="{D4F1F809-4AFA-A531-853E-18584D6F5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938" y="397401"/>
            <a:ext cx="360000" cy="360000"/>
          </a:xfrm>
          <a:prstGeom prst="rect">
            <a:avLst/>
          </a:prstGeom>
        </p:spPr>
      </p:pic>
      <p:pic>
        <p:nvPicPr>
          <p:cNvPr id="12" name="Graphique 11" descr="Badge avec un remplissage uni">
            <a:extLst>
              <a:ext uri="{FF2B5EF4-FFF2-40B4-BE49-F238E27FC236}">
                <a16:creationId xmlns:a16="http://schemas.microsoft.com/office/drawing/2014/main" id="{B9DB782B-C251-B5EA-E689-C25A4A3DB6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0031" y="4632535"/>
            <a:ext cx="360000" cy="360000"/>
          </a:xfrm>
          <a:prstGeom prst="rect">
            <a:avLst/>
          </a:prstGeom>
        </p:spPr>
      </p:pic>
      <p:pic>
        <p:nvPicPr>
          <p:cNvPr id="24" name="Graphique 23" descr="Badge 1 avec un remplissage uni">
            <a:extLst>
              <a:ext uri="{FF2B5EF4-FFF2-40B4-BE49-F238E27FC236}">
                <a16:creationId xmlns:a16="http://schemas.microsoft.com/office/drawing/2014/main" id="{62296065-831C-D4CD-0F1F-75DF2D75F6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7798" y="604099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249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66</Words>
  <Application>Microsoft Office PowerPoint</Application>
  <PresentationFormat>Grand écran</PresentationFormat>
  <Paragraphs>24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7</cp:revision>
  <dcterms:created xsi:type="dcterms:W3CDTF">2025-10-11T13:41:45Z</dcterms:created>
  <dcterms:modified xsi:type="dcterms:W3CDTF">2025-10-13T20:52:34Z</dcterms:modified>
</cp:coreProperties>
</file>